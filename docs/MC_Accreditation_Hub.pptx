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Sample Areas — Compliance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Faculty</c:v>
                  </c:pt>
                  <c:pt idx="1">
                    <c:v>Curriculum &amp; Instruction</c:v>
                  </c:pt>
                  <c:pt idx="2">
                    <c:v>Research</c:v>
                  </c:pt>
                  <c:pt idx="3">
                    <c:v>Students</c:v>
                  </c:pt>
                  <c:pt idx="4">
                    <c:v>Library</c:v>
                  </c:pt>
                  <c:pt idx="5">
                    <c:v>Facilities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90</c:v>
                </c:pt>
                <c:pt idx="2">
                  <c:v>84</c:v>
                </c:pt>
                <c:pt idx="3">
                  <c:v>91</c:v>
                </c:pt>
                <c:pt idx="4">
                  <c:v>82</c:v>
                </c:pt>
                <c:pt idx="5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114800" cy="4114800"/>
          </a:xfrm>
          <a:prstGeom prst="ellipse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007 – CLOUD COMPUTING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 Accreditation Hub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Private-Cloud Platform for Graduate School Accreditation Compliance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School of Mabini Colleges, Inc.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Rainell John O. Abanto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1081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Evidence  ·  Compliance Monitoring  ·  Digital Repository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 Accreditation Hub?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is a digital repository and compliance management platform designed for the Graduate School of Mabini Colleges, Inc. It centralizes accreditation-related information to support PACUCOA accreditation and quality assurance activities.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27889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76472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32918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76472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records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37947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6472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EAF0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PROBLEM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8463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preparation becomes difficult when documents and evidence are scattered across physical files, computers, folders, and different offices.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5B6B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14173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0848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25856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22585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Digital Repository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9260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09981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03720" y="30998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Evidence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767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394106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03720" y="39410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46085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478231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03720" y="47823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Readiness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Project Aim to Accomplish?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031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591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repository for accreditation-related information and evidence.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6704" y="14173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11296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1031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3591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evidence according to accreditation areas and requirements.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14173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1031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3591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accreditation documentation into organized digital records.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25712" y="14173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0304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1031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3591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compliance status and identify missing or incomplete evidence.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182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37033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39593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process for reviewing and approving submitted evidence.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46704" y="30175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1296" y="3182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11296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511296" y="37033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11296" y="39593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accreditation documents easier to search and access.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6208" y="3017520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3182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7033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39593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to support accreditation preparation and QA.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645152"/>
            <a:ext cx="2724912" cy="1417320"/>
          </a:xfrm>
          <a:prstGeom prst="roundRect">
            <a:avLst>
              <a:gd name="adj" fmla="val 5161"/>
            </a:avLst>
          </a:prstGeom>
          <a:solidFill>
            <a:srgbClr val="C9A2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1792" y="4773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505663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the efficiency, organization, and accessibility of accreditation information for the Graduate School.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TYPE &amp;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Institution-Owned Private Cloud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Mabini Colleges, Inc. intends to utilize its own server resources, the proposed system will not primarily rely on a public cloud provider.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359152"/>
            <a:ext cx="25603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2286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0" y="2359152"/>
            <a:ext cx="265176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
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Server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PRIVATE CLOUD?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210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35112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institutional control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0050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8953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access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control over institutional documents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77316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server resources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15721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5047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internal accreditation information management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623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0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570585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model refers to how resources are organized and accessed — the physical infrastructure can remain institution-owned and on-premises.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3716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5B6B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14447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1719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· Accreditation Team · Faculty · Staff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20345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1717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21717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28346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9718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29718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6347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7719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37719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School-Owned Server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4434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45720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C9A2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45720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Digital Evidence Storage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3055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Evidence Repository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23160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 for accreditation documents and evidence.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6552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13055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Management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423160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requirements, personnel, deadlines, and status.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13055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Mapping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423160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supporting documents to accreditation requirements.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255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803904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Dashboard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096512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completed, pending, missing, and verified items.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51960" y="3090672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16552" y="3255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16552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416552" y="3803904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Retrieval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4096512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locate documents using keywords and metadata.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3090672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11312" y="3255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3803904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Verification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096512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verify, approve, or reject submitted evidence.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764024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" y="4928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547725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5769864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compliance and accreditation preparation reports.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51960" y="4764024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416552" y="4928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416552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416552" y="547725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416552" y="5769864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access levels for admins, coordinators, reviewers.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46720" y="4764024"/>
            <a:ext cx="3657600" cy="1536192"/>
          </a:xfrm>
          <a:prstGeom prst="roundRect">
            <a:avLst>
              <a:gd name="adj" fmla="val 4762"/>
            </a:avLst>
          </a:prstGeom>
          <a:solidFill>
            <a:srgbClr val="EAF0FC"/>
          </a:solidFill>
          <a:ln/>
        </p:spPr>
      </p:sp>
      <p:sp>
        <p:nvSpPr>
          <p:cNvPr id="45" name="Shape 43"/>
          <p:cNvSpPr/>
          <p:nvPr/>
        </p:nvSpPr>
        <p:spPr>
          <a:xfrm>
            <a:off x="8211312" y="4928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11312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211312" y="547725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211312" y="5769864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important activities and changes in the system.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SYSTEM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Will the System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accreditation team identifies a requirement.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22219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5087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Collection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personnel gather the required documents.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742432" y="22219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5087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uploaded to MC Accreditation Hub.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577072" y="22219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98280" y="15087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982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linked to the correct area and requirement.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37490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572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accreditation coordinator reviews the evidence.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907792" y="44622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61188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37490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290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429000" y="4572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evidence becomes part of the official repository.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742432" y="44622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361188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6263640" y="37490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6364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263640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263640" y="4572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updates the compliance status.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577072" y="44622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961120" y="361188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46" name="Shape 44"/>
          <p:cNvSpPr/>
          <p:nvPr/>
        </p:nvSpPr>
        <p:spPr>
          <a:xfrm>
            <a:off x="9098280" y="37490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09828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9098280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4572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generates accreditation-related reports.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AF0F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57200" y="5806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Concept:  </a:t>
            </a:r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Evidence → Verification → Compliance → Report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COMPLIANCE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Accreditation Readiness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813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COMPLIANCE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Total Requirements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472184"/>
            <a:ext cx="146304" cy="146304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01568" y="1362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3624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190195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01568" y="1792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Verification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7922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2331720"/>
            <a:ext cx="146304" cy="146304"/>
          </a:xfrm>
          <a:prstGeom prst="ellipse">
            <a:avLst/>
          </a:prstGeom>
          <a:solidFill>
            <a:srgbClr val="C986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01568" y="2221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2219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2761488"/>
            <a:ext cx="146304" cy="14630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01568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651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126480" y="137160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4023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1792" y="41605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Dean and accreditation team can immediately see which areas are ready and which need attention.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" y="4892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percentages and counts shown are prototype/sample data, not actual Graduate School accreditation results.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MEASURES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305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048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Easy-to-understand interface for the Dean, accreditation personnel, and users.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346704" y="141732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11296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1305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4048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accreditation management features should work correctly.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236208" y="141732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1305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4048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and database maintain consistent, dependable records.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25712" y="141732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0304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1305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40487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authorization, and role-based access controls.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3649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39136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41879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of accreditation records and supporting evidence.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346704" y="3200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1296" y="33649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11296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11296" y="39136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11296" y="41879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documented system architecture for easier upkeep.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236208" y="3200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33649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9136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1879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 additional requirements and future accreditation cycles.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9125712" y="320040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C9A2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290304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GOAL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290304" y="3639312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secure, reliable, maintainable, and able to grow with future accreditation needs.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SUSTAINABLE DEVELOPMENT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SDGs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459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C519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Education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institutional quality assurance by organizing documentation for academic and accreditation activities.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6459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F36D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Industry, Innovation &amp; Infrastructure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429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digital technology and institution-owned computing infrastructure to modernize accreditation management.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16459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00689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Peace, Justice &amp; Strong Institutions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429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organized records, transparency, accountability, traceability, and better information management.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5166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SDG 17: Partnerships for the Goals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considered where accreditation activities and external partnerships require documented evidence.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Accreditation Documents to Institutional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E7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 ACCREDITATION HUB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Check folders → Ask personnel → Find document → Verify version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422392" cy="1417320"/>
          </a:xfrm>
          <a:prstGeom prst="roundRect">
            <a:avLst>
              <a:gd name="adj" fmla="val 5161"/>
            </a:avLst>
          </a:prstGeom>
          <a:solidFill>
            <a:srgbClr val="E1EE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C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 ACCREDITATION HUB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Requirement → Evidence → Verification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904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information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88336" y="32461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98064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98064" y="3904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19472" y="32461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0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904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records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0608" y="32461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0336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3904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81744" y="32461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91472" y="3447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91472" y="39044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progress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EAF0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9834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Message: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simply to create a digital file repository, but to transform accreditation documents into organized, searchable, verifiable, and manageable institutional evidence.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Accreditation Hub — MIT 007 Cloud Computing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Organized. Quality Demonstrated. Accreditation Ready.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37360" y="1965960"/>
            <a:ext cx="8686800" cy="1463040"/>
          </a:xfrm>
          <a:prstGeom prst="roundRect">
            <a:avLst>
              <a:gd name="adj" fmla="val 6250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65960" y="2103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“MC Accreditation Hub is designed to help the Graduate School move from scattered accreditation documents to organized institutional evidence.”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centralizing requirements, documents, evidence, verification, compliance monitoring, and reporting, the platform helps make accreditation preparation more organized, accessible, traceable, and efficient.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18304" y="4709160"/>
            <a:ext cx="2743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4892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 ACCREDITATION HUB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2852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Repository and Compliance Management Platform for the Graduate School of Mabini Colleges, Inc.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5897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2026-08-28T05:49:02Z</dcterms:created>
  <dcterms:modified xsi:type="dcterms:W3CDTF">2026-08-28T05:49:02Z</dcterms:modified>
</cp:coreProperties>
</file>